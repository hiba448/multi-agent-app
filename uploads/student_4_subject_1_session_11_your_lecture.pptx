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B158-AF7E-9A26-32C1-5440E0F32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35F6A-15CC-DF99-88C9-19F380C72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D62BA-70CA-EABD-108C-23520205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5645-9218-4DFD-85DB-9F98F8FDCD6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0B249-D1B2-E14E-7990-F8914221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77D0-0925-EA69-4C82-12B34A79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B9C-AD3B-4E9A-989E-8C9C5CE4CF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1571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2B2C-2D2B-3CD5-846B-F5981135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D73CB-9E1E-DE97-D44B-9EB5488A4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69BBF-FBFF-AD0D-CF5E-6E5199F9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5645-9218-4DFD-85DB-9F98F8FDCD6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09625-DA8E-9C60-A0CC-D06E8B985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2CFC5-5A15-A807-7A81-7407CC31D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B9C-AD3B-4E9A-989E-8C9C5CE4CF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737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A8A1-5171-2B4C-A24A-FB181A446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5946E-7AB7-56DC-E667-54C739046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E0440-F37B-70E3-92AB-E230AF8AE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5645-9218-4DFD-85DB-9F98F8FDCD6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FF65C-E0DD-F072-60B4-C2A33FF7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6B19D-B89D-1F4E-B9B2-236815B6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B9C-AD3B-4E9A-989E-8C9C5CE4CF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925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2CB8-0B4B-3332-1EAA-9B701540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8C287-AD35-CBFE-0FDE-2EA3CF4A8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97665-F1B9-C7DC-A96C-B77401DE7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176F2-AE6B-447C-C86F-D6A0BA135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5645-9218-4DFD-85DB-9F98F8FDCD6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9265E-D2E0-467E-B786-741AFDC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870D4-8841-59A9-4B41-D8E9B9ED4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B9C-AD3B-4E9A-989E-8C9C5CE4CF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0734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0C77-51FF-2EC7-56E8-6BE488683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9B0FA-FC95-0A15-D286-7BFFC3109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DD57A-177B-D33C-F168-A95FA3646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6F4879-911E-6BEA-0C55-DAEA8D6F1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C355CD-5E00-2BB5-A1F2-B71FD8964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EAF9CF-4ADC-102B-A81A-5A669CE5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5645-9218-4DFD-85DB-9F98F8FDCD6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9349C3-6620-8B72-79D3-489E2ED07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C90231-E7C2-E240-9879-C66DF3DC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B9C-AD3B-4E9A-989E-8C9C5CE4CF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65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2ECE-2B7A-2B03-70BC-0518A7A8B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AC5F8-EE15-8FC2-6193-6917F2FDE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5645-9218-4DFD-85DB-9F98F8FDCD6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BB2D8-2DD3-AF93-45B3-13DAA1696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E1C3-A7AA-5DBE-3F4F-1E25C899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B9C-AD3B-4E9A-989E-8C9C5CE4CF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010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5B1F0F-712D-31D8-850E-9542EA5B8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5645-9218-4DFD-85DB-9F98F8FDCD6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8DFC7-1397-FF42-AF7D-08B6A53E0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0117B-E125-04D6-FE9D-90294968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B9C-AD3B-4E9A-989E-8C9C5CE4CF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542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CE94-C845-330A-932F-587D93F3A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95593-2ABA-4AC4-F533-020F3277C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B69F1-21F1-63AA-F7FB-1C3B28A14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07CF2-B250-0DAB-7AFB-F3688514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5645-9218-4DFD-85DB-9F98F8FDCD6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B54C5-259A-55AC-F3B0-20FCB554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3D19C-31FD-FF84-0722-FEFB296F8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B9C-AD3B-4E9A-989E-8C9C5CE4CF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804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5432-59FE-4AB8-F6AB-FC6842DF2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CD96AD-7EE2-66FF-CB75-AD74F70A8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9B29D-2F30-5279-8B36-BCC0D7675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B38C8-81FB-35B7-C3D2-09D37F90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5645-9218-4DFD-85DB-9F98F8FDCD6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52CB0-D617-257B-973B-EF03F222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2D8CF-F7F4-C3BD-0B23-B78D70E2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B9C-AD3B-4E9A-989E-8C9C5CE4CF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705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719CD-9776-DF23-9FE4-1D3B3D92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5FE93-6D36-B349-A3FF-C43EE0AA7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165C7-7C20-0E5B-79FB-CF26569FB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5645-9218-4DFD-85DB-9F98F8FDCD6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3AE08-1417-0FD5-EC64-EE59EE42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21C78-9C6F-FBEB-13E2-46C4AF145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B9C-AD3B-4E9A-989E-8C9C5CE4CF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3634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9A87C4-4AFA-326C-3401-A92FF8D9E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2AD3D-3F59-499F-CD13-4E454794F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869E8-A7BB-17A5-29DA-5BFCABD05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35645-9218-4DFD-85DB-9F98F8FDCD6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6307-7B69-2F7D-64E8-78369D5D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89DE4-C554-D55B-DB39-B8A56DCD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B9C-AD3B-4E9A-989E-8C9C5CE4CF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844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FB0B5-237B-D8F7-526B-209AF4D1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34C92-92D9-1019-8D9A-D97E63B87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A8086-A842-D659-748A-5C9300182A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35645-9218-4DFD-85DB-9F98F8FDCD6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F518C-43B6-76EA-33EF-DA3369E8D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FB57E-4EAD-A5EF-99A9-D26C13CA9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7CB9C-AD3B-4E9A-989E-8C9C5CE4CF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959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DBB427-9B82-ACD7-5287-98EB70AC287B}"/>
              </a:ext>
            </a:extLst>
          </p:cNvPr>
          <p:cNvSpPr txBox="1"/>
          <p:nvPr/>
        </p:nvSpPr>
        <p:spPr>
          <a:xfrm>
            <a:off x="3048856" y="1030911"/>
            <a:ext cx="609771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Machine Learning is a subset of artificial intelligence.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It enables systems to learn from data without being explicitly programmed.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Supervised learning uses labeled data to train models.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Unsupervised learning finds hidden patterns in unlabeled data.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Gradient descent is an optimization algorithm used to minimize loss functions.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A neural network is composed of layers of interconnected nodes called neurons.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Backpropagation is the algorithm used to train neural networks.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Overfitting occurs when a model learns noise instead of the underlying pattern.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Regularization techniques such as dropout help prevent overfitting.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Cross-validation is used to evaluate model generalization.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225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0DED5C-9B70-42B6-B10A-00A480B623FE}"/>
              </a:ext>
            </a:extLst>
          </p:cNvPr>
          <p:cNvSpPr txBox="1"/>
          <p:nvPr/>
        </p:nvSpPr>
        <p:spPr>
          <a:xfrm>
            <a:off x="3048856" y="1307910"/>
            <a:ext cx="609771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1. Les Précurseurs (XVII siècle aux années 1957) Dates clés : 1666- 1957 Contexte : Avant même </a:t>
            </a:r>
            <a:r>
              <a:rPr lang="fr-FR" dirty="0" err="1"/>
              <a:t>linvention</a:t>
            </a:r>
            <a:r>
              <a:rPr lang="fr-FR" dirty="0"/>
              <a:t> des ordinateurs, des penseurs rêvaient de machines capables de raisonner. Événements majeurs : 1666 : Le philosophe Gottfried Wilhelm Leibniz imagine le </a:t>
            </a:r>
            <a:r>
              <a:rPr lang="fr-FR" dirty="0" err="1"/>
              <a:t>calculus</a:t>
            </a:r>
            <a:r>
              <a:rPr lang="fr-FR" dirty="0"/>
              <a:t> </a:t>
            </a:r>
            <a:r>
              <a:rPr lang="fr-FR" dirty="0" err="1"/>
              <a:t>ratiocinator</a:t>
            </a:r>
            <a:r>
              <a:rPr lang="fr-FR" dirty="0"/>
              <a:t>, un système formel pour résoudre les disputes par calcul logique. 1854 : George Boole publie Une investigation des lois de la pensée, fondant l’algèbre de Boole qui réduit la logique à un calcul sur deux valeurs (0 et 1). 1943 : Warren </a:t>
            </a:r>
            <a:r>
              <a:rPr lang="fr-FR" dirty="0" err="1"/>
              <a:t>McCulloch</a:t>
            </a:r>
            <a:r>
              <a:rPr lang="fr-FR" dirty="0"/>
              <a:t> et Walter </a:t>
            </a:r>
            <a:r>
              <a:rPr lang="fr-FR" dirty="0" err="1"/>
              <a:t>Pitts</a:t>
            </a:r>
            <a:r>
              <a:rPr lang="fr-FR" dirty="0"/>
              <a:t> publient Un calcul logique des idées immanentes dans l’activité nerveuse, modélisant le neurone comme une porte logique (le premier "réseau de neurones" théorique). 1956 : La conférence de Dartmouth : naissance officielle de </a:t>
            </a:r>
            <a:r>
              <a:rPr lang="fr-FR" dirty="0" err="1"/>
              <a:t>lIA</a:t>
            </a:r>
            <a:r>
              <a:rPr lang="fr-FR" dirty="0"/>
              <a:t>. 1957 : Frank </a:t>
            </a:r>
            <a:r>
              <a:rPr lang="fr-FR" dirty="0" err="1"/>
              <a:t>Rosenblatt</a:t>
            </a:r>
            <a:r>
              <a:rPr lang="fr-FR" dirty="0"/>
              <a:t> a développé le Perceptron , premier réseau de neurones artificiels capable </a:t>
            </a:r>
            <a:r>
              <a:rPr lang="fr-FR" dirty="0" err="1"/>
              <a:t>dapprendre</a:t>
            </a:r>
            <a:r>
              <a:rPr lang="fr-FR" dirty="0"/>
              <a:t> à partir de données.</a:t>
            </a:r>
          </a:p>
        </p:txBody>
      </p:sp>
    </p:spTree>
    <p:extLst>
      <p:ext uri="{BB962C8B-B14F-4D97-AF65-F5344CB8AC3E}">
        <p14:creationId xmlns:p14="http://schemas.microsoft.com/office/powerpoint/2010/main" val="413044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Hiba Lhichou</dc:creator>
  <cp:lastModifiedBy>Hiba Lhichou</cp:lastModifiedBy>
  <cp:revision>1</cp:revision>
  <dcterms:created xsi:type="dcterms:W3CDTF">2026-05-16T18:52:19Z</dcterms:created>
  <dcterms:modified xsi:type="dcterms:W3CDTF">2026-05-16T18:54:38Z</dcterms:modified>
</cp:coreProperties>
</file>